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181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700" dirty="0">
                <a:solidFill>
                  <a:srgbClr val="14181F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828B98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B98"/>
                </a:solidFill>
              </a:rPr>
              <a:t>M-2296 中控面板 T1 试模检测报告　　示例数据，全部虚构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4181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B98"/>
                </a:solidFill>
              </a:rPr>
              <a:t>M-2296 中控面板 T1 试模检测报告　　示例数据，全部虚构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81F"/>
                </a:solidFill>
              </a:rPr>
              <a:t>M-2296 中控面板 T1 试模检测报告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A81F1F"/>
                </a:solidFill>
              </a:rPr>
              <a:t>T1 不通过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4181F"/>
                </a:solidFill>
              </a:rPr>
              <a:t>。12 项中 9 项通过、2 项不通过、1 项不适用；总宽超差 0.06 mm 需修模，修模后建议 T2 日期 09-22。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B98"/>
                </a:solidFill>
              </a:rPr>
              <a:t>生成  2026-09-08 17:05　　数据截止  2026-09-08 16:30　　范围  T1 试模首件，取样 5 模，检测 12 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总评</a:t>
            </a:r>
            <a:endParaRPr lang="en-US" sz="2200" dirty="0"/>
          </a:p>
        </p:txBody>
      </p:sp>
      <p:sp>
        <p:nvSpPr>
          <p:cNvPr id="3" name="big-9"/>
          <p:cNvSpPr txBox="1"/>
          <p:nvPr/>
        </p:nvSpPr>
        <p:spPr>
          <a:xfrm>
            <a:off x="457200" y="1143000"/>
            <a:ext cx="1463040" cy="74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F7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 项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通过</a:t>
            </a:r>
            <a:endParaRPr lang="en-US" sz="1300" dirty="0"/>
          </a:p>
        </p:txBody>
      </p:sp>
      <p:sp>
        <p:nvSpPr>
          <p:cNvPr id="5" name="big-2"/>
          <p:cNvSpPr txBox="1"/>
          <p:nvPr/>
        </p:nvSpPr>
        <p:spPr>
          <a:xfrm>
            <a:off x="2194560" y="1143000"/>
            <a:ext cx="1463040" cy="74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A8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 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不通过</a:t>
            </a:r>
            <a:endParaRPr lang="en-US" sz="1300" dirty="0"/>
          </a:p>
        </p:txBody>
      </p:sp>
      <p:sp>
        <p:nvSpPr>
          <p:cNvPr id="7" name="big-1"/>
          <p:cNvSpPr txBox="1"/>
          <p:nvPr/>
        </p:nvSpPr>
        <p:spPr>
          <a:xfrm>
            <a:off x="3931920" y="1143000"/>
            <a:ext cx="1463040" cy="74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828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 项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不适用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</a:rPr>
              <a:t>检测 12 项，不通过的 2 项是产品总宽（第 2 项）和缩痕（第 5 项）。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</a:rPr>
              <a:t>严重度定义</a:t>
            </a:r>
            <a:endParaRPr lang="en-US" sz="13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6400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级别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严重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阻止进入 T2，或影响装配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96A1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需在 T2 前整改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记录，T2 复测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逐条检测结果</a:t>
            </a:r>
            <a:endParaRPr lang="en-US" sz="22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88720"/>
                <a:gridCol w="731520"/>
                <a:gridCol w="1371600"/>
                <a:gridCol w="1737360"/>
                <a:gridCol w="2834640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产品总长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412.08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412.00 ±0.15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三坐标报告 CMM-0908-01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产品总宽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186.71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186.50 ±0.15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三坐标报告 CMM-0908-01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卡扣位置度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0.07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≤0.10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三坐标报告 CMM-0908-01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2.46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2.50 ±0.10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壁厚仪抽测 5 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缩痕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81F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面 2 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外观面不允许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外观检查单 VI-0908 + 照片 2 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飞边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0.03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≤0.05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外观检查单 VI-0908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顶白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不允许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外观检查单 VI-0908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熔接线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位于非外观面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外观面不允许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外观检查单 VI-0908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翘曲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0.38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≤0.50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平台塞尺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注塑周期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43.2 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≤45 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注塑机记录 09-08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浇口残留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7A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0.22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≤0.30 mm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外观检查单 VI-0908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耐热试验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28B9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本次未做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 ℃ / 24 h 无变形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81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计划在 T2 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43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数值取 5 模均值；不通过行整行标出。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发现（按严重度）</a:t>
            </a:r>
            <a:endParaRPr lang="en-US" sz="2200" dirty="0"/>
          </a:p>
        </p:txBody>
      </p:sp>
      <p:sp>
        <p:nvSpPr>
          <p:cNvPr id="3" name="panel-focus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0B6E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</a:t>
            </a:r>
            <a:endParaRPr lang="en-US" sz="1400" dirty="0"/>
          </a:p>
        </p:txBody>
      </p:sp>
      <p:sp>
        <p:nvSpPr>
          <p:cNvPr id="5" name="tag-严重"/>
          <p:cNvSpPr txBox="1"/>
          <p:nvPr/>
        </p:nvSpPr>
        <p:spPr>
          <a:xfrm>
            <a:off x="1097280" y="1207008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A81F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1F1F"/>
                </a:solidFill>
              </a:rPr>
              <a:t>严重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1887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</a:rPr>
              <a:t>产品总宽超差 +0.21 mm（超出上限 0.06 mm）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08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建议动作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型腔宽度方向修模 −0.20 mm，保留 0.01 mm 收缩余量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责任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模具车间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期限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09-19</a:t>
            </a:r>
            <a:endParaRPr lang="en-US" sz="1100" dirty="0"/>
          </a:p>
        </p:txBody>
      </p:sp>
      <p:sp>
        <p:nvSpPr>
          <p:cNvPr id="9" name="panel"/>
          <p:cNvSpPr/>
          <p:nvPr/>
        </p:nvSpPr>
        <p:spPr>
          <a:xfrm>
            <a:off x="457200" y="2121408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258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</a:t>
            </a:r>
            <a:endParaRPr lang="en-US" sz="1400" dirty="0"/>
          </a:p>
        </p:txBody>
      </p:sp>
      <p:sp>
        <p:nvSpPr>
          <p:cNvPr id="11" name="tag-一般"/>
          <p:cNvSpPr txBox="1"/>
          <p:nvPr/>
        </p:nvSpPr>
        <p:spPr>
          <a:xfrm>
            <a:off x="1097280" y="2276856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A96A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6A12"/>
                </a:solidFill>
              </a:rPr>
              <a:t>一般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25856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</a:rPr>
              <a:t>B 面缩痕 2 处（加强筋根部）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578608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建议动作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先把该区域保压时间加 0.3 s、保压压力提高 5% 再打 5 模；仍有缩痕则把加强筋根部壁厚由 1.5 mm 改 1.2 mm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5786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责任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工艺组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期限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09-15</a:t>
            </a:r>
            <a:endParaRPr lang="en-US" sz="1100" dirty="0"/>
          </a:p>
        </p:txBody>
      </p:sp>
      <p:sp>
        <p:nvSpPr>
          <p:cNvPr id="15" name="panel"/>
          <p:cNvSpPr/>
          <p:nvPr/>
        </p:nvSpPr>
        <p:spPr>
          <a:xfrm>
            <a:off x="457200" y="346557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</a:t>
            </a:r>
            <a:endParaRPr lang="en-US" sz="1400" dirty="0"/>
          </a:p>
        </p:txBody>
      </p:sp>
      <p:sp>
        <p:nvSpPr>
          <p:cNvPr id="17" name="tag-轻微"/>
          <p:cNvSpPr txBox="1"/>
          <p:nvPr/>
        </p:nvSpPr>
        <p:spPr>
          <a:xfrm>
            <a:off x="1097280" y="3621024"/>
            <a:ext cx="566928" cy="237744"/>
          </a:xfrm>
          <a:prstGeom prst="roundRect">
            <a:avLst>
              <a:gd name="adj" fmla="val 15385"/>
            </a:avLst>
          </a:prstGeom>
          <a:noFill/>
          <a:ln w="9525">
            <a:solidFill>
              <a:srgbClr val="4A556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轻微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6027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181F"/>
                </a:solidFill>
              </a:rPr>
              <a:t>壁厚 2.46 mm 偏下限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227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建议动作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记录，T2 复测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9227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责任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工艺组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期限  </a:t>
            </a:r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T2 当日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建议动作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457200" y="12801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</a:rPr>
              <a:t>修模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型腔宽度方向 −0.20 mm（F1）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模具车间，09-19</a:t>
            </a:r>
            <a:endParaRPr lang="en-US" sz="1000" dirty="0"/>
          </a:p>
        </p:txBody>
      </p:sp>
      <p:sp>
        <p:nvSpPr>
          <p:cNvPr id="8" name="arrow"/>
          <p:cNvSpPr/>
          <p:nvPr/>
        </p:nvSpPr>
        <p:spPr>
          <a:xfrm>
            <a:off x="2331720" y="2286000"/>
            <a:ext cx="182880" cy="0"/>
          </a:xfrm>
          <a:prstGeom prst="line">
            <a:avLst/>
          </a:prstGeom>
          <a:noFill/>
          <a:ln w="12700">
            <a:solidFill>
              <a:srgbClr val="828B98"/>
            </a:solidFill>
            <a:prstDash val="solid"/>
            <a:tailEnd type="triangle"/>
          </a:ln>
        </p:spPr>
      </p:sp>
      <p:sp>
        <p:nvSpPr>
          <p:cNvPr id="9" name="panel"/>
          <p:cNvSpPr/>
          <p:nvPr/>
        </p:nvSpPr>
        <p:spPr>
          <a:xfrm>
            <a:off x="2514600" y="12801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20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</a:rPr>
              <a:t>工艺验证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保压 +0.3 s、压力 +5%，打 5 模看缩痕（F2）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926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工艺组，09-15</a:t>
            </a:r>
            <a:endParaRPr lang="en-US" sz="1000" dirty="0"/>
          </a:p>
        </p:txBody>
      </p:sp>
      <p:sp>
        <p:nvSpPr>
          <p:cNvPr id="14" name="arrow"/>
          <p:cNvSpPr/>
          <p:nvPr/>
        </p:nvSpPr>
        <p:spPr>
          <a:xfrm>
            <a:off x="4389120" y="2286000"/>
            <a:ext cx="182880" cy="0"/>
          </a:xfrm>
          <a:prstGeom prst="line">
            <a:avLst/>
          </a:prstGeom>
          <a:noFill/>
          <a:ln w="12700">
            <a:solidFill>
              <a:srgbClr val="828B98"/>
            </a:solidFill>
            <a:prstDash val="solid"/>
            <a:tailEnd type="triangle"/>
          </a:ln>
        </p:spPr>
      </p:sp>
      <p:sp>
        <p:nvSpPr>
          <p:cNvPr id="15" name="panel"/>
          <p:cNvSpPr/>
          <p:nvPr/>
        </p:nvSpPr>
        <p:spPr>
          <a:xfrm>
            <a:off x="4572000" y="12801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920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</a:rPr>
              <a:t>T2 试模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修模与工艺验证完成后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926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09-22</a:t>
            </a:r>
            <a:endParaRPr lang="en-US" sz="1000" dirty="0"/>
          </a:p>
        </p:txBody>
      </p:sp>
      <p:sp>
        <p:nvSpPr>
          <p:cNvPr id="20" name="arrow"/>
          <p:cNvSpPr/>
          <p:nvPr/>
        </p:nvSpPr>
        <p:spPr>
          <a:xfrm>
            <a:off x="6446520" y="2286000"/>
            <a:ext cx="182880" cy="0"/>
          </a:xfrm>
          <a:prstGeom prst="line">
            <a:avLst/>
          </a:prstGeom>
          <a:noFill/>
          <a:ln w="12700">
            <a:solidFill>
              <a:srgbClr val="828B98"/>
            </a:solidFill>
            <a:prstDash val="solid"/>
            <a:tailEnd type="triangle"/>
          </a:ln>
        </p:spPr>
      </p:sp>
      <p:sp>
        <p:nvSpPr>
          <p:cNvPr id="21" name="panel"/>
          <p:cNvSpPr/>
          <p:nvPr/>
        </p:nvSpPr>
        <p:spPr>
          <a:xfrm>
            <a:off x="6629400" y="1280160"/>
            <a:ext cx="1874520" cy="20116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6E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1920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</a:rPr>
              <a:t>耐热试验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2402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1F"/>
                </a:solidFill>
              </a:rPr>
              <a:t>T2 加做第 12 项（85 ℃ / 24 h）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29260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28B98"/>
                </a:solidFill>
              </a:rPr>
              <a:t>T2 当日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第 1 步和第 2 步可以并行；第 3 步要等两步都完成。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28B9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a-blueprint">
  <a:themeElements>
    <a:clrScheme name="diva-blueprint">
      <a:dk1>
        <a:srgbClr val="14181F"/>
      </a:dk1>
      <a:lt1>
        <a:srgbClr val="F7F8FA"/>
      </a:lt1>
      <a:dk2>
        <a:srgbClr val="4A5568"/>
      </a:dk2>
      <a:lt2>
        <a:srgbClr val="FFFFFF"/>
      </a:lt2>
      <a:accent1>
        <a:srgbClr val="0B6E99"/>
      </a:accent1>
      <a:accent2>
        <a:srgbClr val="2F7A4F"/>
      </a:accent2>
      <a:accent3>
        <a:srgbClr val="A96A12"/>
      </a:accent3>
      <a:accent4>
        <a:srgbClr val="A81F1F"/>
      </a:accent4>
      <a:accent5>
        <a:srgbClr val="828B98"/>
      </a:accent5>
      <a:accent6>
        <a:srgbClr val="DDE3EA"/>
      </a:accent6>
      <a:hlink>
        <a:srgbClr val="0B6E99"/>
      </a:hlink>
      <a:folHlink>
        <a:srgbClr val="4A5568"/>
      </a:folHlink>
    </a:clrScheme>
    <a:fontScheme name="diva-blueprin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M-2296 中控面板 T1 试模检测报告</dc:title>
  <dc:subject>PptxGenJS Presentation</dc:subject>
  <dc:creator>diva-report-skill 示例</dc:creator>
  <cp:lastModifiedBy>diva-report-skill 示例</cp:lastModifiedBy>
  <cp:revision>1</cp:revision>
  <dcterms:created xsi:type="dcterms:W3CDTF">2026-10-08T08:32:00Z</dcterms:created>
  <dcterms:modified xsi:type="dcterms:W3CDTF">2026-10-08T08:32:00Z</dcterms:modified>
</cp:coreProperties>
</file>