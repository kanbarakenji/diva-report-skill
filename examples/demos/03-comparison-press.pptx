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754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7544F"/>
                </a:solidFill>
                <a:latin typeface="+mn-lt"/>
              </a:rPr>
              <a:t>标准交期（天）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标准交期（天）</c:v>
                </c:pt>
              </c:strCache>
            </c:strRef>
          </c:tx>
          <c:spPr>
            <a:solidFill>
              <a:srgbClr val="8D888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88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1B2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88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供应商 A</c:v>
                  </c:pt>
                  <c:pt idx="1">
                    <c:v>供应商 B</c:v>
                  </c:pt>
                  <c:pt idx="2">
                    <c:v>供应商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12</c:v>
                </c:pt>
                <c:pt idx="2">
                  <c:v>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6350" cap="flat">
              <a:solidFill>
                <a:srgbClr val="DEDA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88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754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7544F"/>
                </a:solidFill>
                <a:latin typeface="+mn-lt"/>
              </a:rPr>
              <a:t>近 12 个月退货率（%）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近 12 个月退货率（%）</c:v>
                </c:pt>
              </c:strCache>
            </c:strRef>
          </c:tx>
          <c:spPr>
            <a:solidFill>
              <a:srgbClr val="8D888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88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1B2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88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供应商 A</c:v>
                  </c:pt>
                  <c:pt idx="1">
                    <c:v>供应商 B</c:v>
                  </c:pt>
                  <c:pt idx="2">
                    <c:v>供应商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0.4</c:v>
                </c:pt>
                <c:pt idx="2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DEDAD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88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1111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D888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880"/>
                </a:solidFill>
              </a:rPr>
              <a:t>模具钢料供应商选型对比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880"/>
                </a:solidFill>
              </a:rPr>
              <a:t>模具钢料供应商选型对比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模具钢料供应商选型对比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A61B29"/>
                </a:solidFill>
              </a:rPr>
              <a:t>推荐切换到供应商 B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11111"/>
                </a:solidFill>
              </a:rPr>
              <a:t>。单价比现用供应商 A 高 7%，年采购 12 t 多花 32,400 元，但交期短 9 天、退货率低 1.7 个百分点；上半年 3 次试模延期（累计 14 天）都和钢料到货晚有关。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8880"/>
                </a:solidFill>
              </a:rPr>
              <a:t>生成  2026-09-05 10:40　　数据截止  2026-09-04（近 12 个月采购与质量记录）　　范围  3 家候选供应商，钢种 P20 预硬钢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推荐与理由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61B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供应商 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44F"/>
                </a:solidFill>
              </a:rPr>
              <a:t>三个理由，都是数字：</a:t>
            </a:r>
            <a:endParaRPr lang="en-US" sz="1300" dirty="0"/>
          </a:p>
        </p:txBody>
      </p:sp>
      <p:sp>
        <p:nvSpPr>
          <p:cNvPr id="5" name="big-12"/>
          <p:cNvSpPr txBox="1"/>
          <p:nvPr/>
        </p:nvSpPr>
        <p:spPr>
          <a:xfrm>
            <a:off x="4480560" y="114300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 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标准交期，比 A 短 9 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上半年 3 次试模延期（累计 14 天）均因钢料晚到</a:t>
            </a:r>
            <a:endParaRPr lang="en-US" sz="1100" dirty="0"/>
          </a:p>
        </p:txBody>
      </p:sp>
      <p:sp>
        <p:nvSpPr>
          <p:cNvPr id="8" name="big-0.4%"/>
          <p:cNvSpPr txBox="1"/>
          <p:nvPr/>
        </p:nvSpPr>
        <p:spPr>
          <a:xfrm>
            <a:off x="4480560" y="219456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近 12 个月退货率，A 为 2.1%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43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批次硬度波动 ±0.8 HRC，也是三家最小</a:t>
            </a:r>
            <a:endParaRPr lang="en-US" sz="1100" dirty="0"/>
          </a:p>
        </p:txBody>
      </p:sp>
      <p:sp>
        <p:nvSpPr>
          <p:cNvPr id="11" name="big-+32,400"/>
          <p:cNvSpPr txBox="1"/>
          <p:nvPr/>
        </p:nvSpPr>
        <p:spPr>
          <a:xfrm>
            <a:off x="4480560" y="324612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+32,400</a:t>
            </a:r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 元/年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83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按年采购 12 t 计的成本代价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换来的是交期准时率 94%（A 为 71%）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对比表</a:t>
            </a:r>
            <a:endParaRPr lang="en-US" sz="22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A（现用）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单价（元/kg）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41.2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61B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35.0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标准交期（天）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61B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批次硬度波动（HRC）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±1.5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61B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±0.8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±2.2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 12 个月退货率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2.1%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61B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3.6%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最小起订量（kg）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61B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 12 个月交期准时率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61B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每行标出该维度最优的一家。六维中 B 占五维，C 只在单价上占优。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逐维展开：交期与质量</a:t>
            </a:r>
            <a:endParaRPr lang="en-US" sz="2200" dirty="0"/>
          </a:p>
        </p:txBody>
      </p:sp>
      <p:graphicFrame>
        <p:nvGraphicFramePr>
          <p:cNvPr id="3" name="chart-leadtime" descr=""/>
          <p:cNvGraphicFramePr/>
          <p:nvPr/>
        </p:nvGraphicFramePr>
        <p:xfrm>
          <a:off x="457200" y="105156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return" descr=""/>
          <p:cNvGraphicFramePr/>
          <p:nvPr/>
        </p:nvGraphicFramePr>
        <p:xfrm>
          <a:off x="4754880" y="105156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成本：按年采购 12 t 计，B 比 A 多 32,400 元/年，C 比 A 少 42,000 元/年。起订量：B 最小起订 300 kg，适合小批量试模件。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什么情况下换选择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推荐成立的前提：试模排期紧（缓冲 &lt; 2 周），年采购量在 10–15 t。前提变了按下面换：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754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代价或收益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年采购量超过 20 t，且交期不是瓶颈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继续用 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的单价优势放大到 54,000 元/年以上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只做非外观件、预算硬约束、能提前 4 周下单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单价最低，但退货率 3.6%、交期 28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其余情况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交期 12 天、退货率 0.4%，多花 32,400 元/年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press">
  <a:themeElements>
    <a:clrScheme name="diva-press">
      <a:dk1>
        <a:srgbClr val="111111"/>
      </a:dk1>
      <a:lt1>
        <a:srgbClr val="FFFFFF"/>
      </a:lt1>
      <a:dk2>
        <a:srgbClr val="57544F"/>
      </a:dk2>
      <a:lt2>
        <a:srgbClr val="F6F5F3"/>
      </a:lt2>
      <a:accent1>
        <a:srgbClr val="A61B29"/>
      </a:accent1>
      <a:accent2>
        <a:srgbClr val="2C6E49"/>
      </a:accent2>
      <a:accent3>
        <a:srgbClr val="9C6510"/>
      </a:accent3>
      <a:accent4>
        <a:srgbClr val="A61B29"/>
      </a:accent4>
      <a:accent5>
        <a:srgbClr val="8D8880"/>
      </a:accent5>
      <a:accent6>
        <a:srgbClr val="DEDAD4"/>
      </a:accent6>
      <a:hlink>
        <a:srgbClr val="A61B29"/>
      </a:hlink>
      <a:folHlink>
        <a:srgbClr val="57544F"/>
      </a:folHlink>
    </a:clrScheme>
    <a:fontScheme name="diva-press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模具钢料供应商选型对比</dc:title>
  <dc:subject>PptxGenJS Presentation</dc:subject>
  <dc:creator>diva-report-skill 示例</dc:creator>
  <cp:lastModifiedBy>diva-report-skill 示例</cp:lastModifiedBy>
  <cp:revision>1</cp:revision>
  <dcterms:created xsi:type="dcterms:W3CDTF">2026-10-08T08:32:00Z</dcterms:created>
  <dcterms:modified xsi:type="dcterms:W3CDTF">2026-10-08T08:32:00Z</dcterms:modified>
</cp:coreProperties>
</file>