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6E9E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E6E9EE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758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2"/>
                </a:solidFill>
              </a:rPr>
              <a:t>M-2308 T1 试模受阻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E6E9E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2"/>
                </a:solidFill>
              </a:rPr>
              <a:t>M-2308 T1 试模受阻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9EE"/>
                </a:solidFill>
              </a:rPr>
              <a:t>M-2308 T1 试模受阻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6E9EE"/>
                </a:solidFill>
              </a:rPr>
              <a:t>型腔 EDM 因电极外协排产推迟已停工 6 天；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4FA3C7"/>
                </a:solidFill>
              </a:rPr>
              <a:t>需要采购部在 09-15 前确认外协排产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6E9EE"/>
                </a:solidFill>
              </a:rPr>
              <a:t>，否则模具车间 09-16 起自制电极（再加 4 天）。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82"/>
                </a:solidFill>
              </a:rPr>
              <a:t>生成  2026-09-10 20:15　　数据截止  2026-09-10 18:00　　范围  M-2308 前保险杠格栅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9EE"/>
                </a:solidFill>
              </a:rPr>
              <a:t>需要谁做什么</a:t>
            </a:r>
            <a:endParaRPr lang="en-US" sz="22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A3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A3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AA3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FA3C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与外协厂确认 09-12 排产是否能保住，拿到书面交期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FA3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模具车间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如采购部 09-15 未拿到确认，启动自制电极（3 件）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09-16 启动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向客户更新 T1 日期（09-04 → 09-16）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</a:rPr>
              <a:t>第一行是解开卡点的那一步，其余两行是它的后手。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9EE"/>
                </a:solidFill>
              </a:rPr>
              <a:t>卡点与根因</a:t>
            </a:r>
            <a:endParaRPr lang="en-US" sz="2200" dirty="0"/>
          </a:p>
        </p:txBody>
      </p:sp>
      <p:sp>
        <p:nvSpPr>
          <p:cNvPr id="3" name="big-6"/>
          <p:cNvSpPr txBox="1"/>
          <p:nvPr/>
        </p:nvSpPr>
        <p:spPr>
          <a:xfrm>
            <a:off x="457200" y="1097280"/>
            <a:ext cx="2743200" cy="74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E06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</a:rPr>
              <a:t> 天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</a:rPr>
              <a:t>型腔 EDM 停工，从 09-04 起</a:t>
            </a:r>
            <a:endParaRPr lang="en-US" sz="1200" dirty="0"/>
          </a:p>
        </p:txBody>
      </p:sp>
      <p:sp>
        <p:nvSpPr>
          <p:cNvPr id="5" name="panel"/>
          <p:cNvSpPr/>
          <p:nvPr/>
        </p:nvSpPr>
        <p:spPr>
          <a:xfrm>
            <a:off x="3657600" y="10972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1A1F27"/>
          </a:solidFill>
          <a:ln w="9525">
            <a:solidFill>
              <a:srgbClr val="2A30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40480" y="1261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9EE"/>
                </a:solidFill>
              </a:rPr>
              <a:t>现象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627632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EE"/>
                </a:solidFill>
              </a:rPr>
              <a:t>电极 09-02 应到未到，EDM 工位空置。</a:t>
            </a:r>
            <a:endParaRPr lang="en-US" sz="1200" dirty="0"/>
          </a:p>
        </p:txBody>
      </p:sp>
      <p:sp>
        <p:nvSpPr>
          <p:cNvPr id="8" name="panel-focus"/>
          <p:cNvSpPr/>
          <p:nvPr/>
        </p:nvSpPr>
        <p:spPr>
          <a:xfrm>
            <a:off x="6355080" y="109728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1A1F27"/>
          </a:solidFill>
          <a:ln w="25400">
            <a:solidFill>
              <a:srgbClr val="4FA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2618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A3C7"/>
                </a:solidFill>
              </a:rPr>
              <a:t>根因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27632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9EE"/>
                </a:solidFill>
              </a:rPr>
              <a:t>外协电极厂 09-01 起优先一个大客户订单，我方 3 件电极的排产从 09-02 推到 09-12（外协厂 09-09 邮件确认）。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9EE"/>
                </a:solidFill>
              </a:rPr>
              <a:t>临时绕法：模具车间自制电极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B0"/>
                </a:solidFill>
              </a:rPr>
              <a:t>需要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097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E"/>
                </a:solidFill>
              </a:rPr>
              <a:t>4 天；库存铜料够 3 件</a:t>
            </a:r>
            <a:endParaRPr lang="en-US" sz="1300" dirty="0"/>
          </a:p>
        </p:txBody>
      </p:sp>
      <p:sp>
        <p:nvSpPr>
          <p:cNvPr id="5" name="rule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9525">
            <a:solidFill>
              <a:srgbClr val="2A30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B0"/>
                </a:solidFill>
              </a:rPr>
              <a:t>代价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83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E"/>
                </a:solidFill>
              </a:rPr>
              <a:t>占用 M-2311 的 EDM 机时 2 天，M-2311 型腔加工后移 2 天</a:t>
            </a:r>
            <a:endParaRPr lang="en-US" sz="1300" dirty="0"/>
          </a:p>
        </p:txBody>
      </p:sp>
      <p:sp>
        <p:nvSpPr>
          <p:cNvPr id="8" name="rule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9525">
            <a:solidFill>
              <a:srgbClr val="2A30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B0"/>
                </a:solidFill>
              </a:rPr>
              <a:t>兜底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468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E"/>
                </a:solidFill>
              </a:rPr>
              <a:t>M-2311 目前有 5 天缓冲，后移 2 天仍在缓冲内</a:t>
            </a:r>
            <a:endParaRPr lang="en-US" sz="1300" dirty="0"/>
          </a:p>
        </p:txBody>
      </p:sp>
      <p:sp>
        <p:nvSpPr>
          <p:cNvPr id="11" name="rule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9525">
            <a:solidFill>
              <a:srgbClr val="2A30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B0"/>
                </a:solidFill>
              </a:rPr>
              <a:t>触发条件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EE"/>
                </a:solidFill>
              </a:rPr>
              <a:t>采购部 09-15 未拿到外协书面交期</a:t>
            </a:r>
            <a:endParaRPr lang="en-US" sz="1300" dirty="0"/>
          </a:p>
        </p:txBody>
      </p:sp>
      <p:sp>
        <p:nvSpPr>
          <p:cNvPr id="14" name="rule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9525">
            <a:solidFill>
              <a:srgbClr val="2A303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6E9EE"/>
                </a:solidFill>
              </a:rPr>
              <a:t>影响面</a:t>
            </a:r>
            <a:endParaRPr lang="en-US" sz="2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A3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外协 09-12 排产保住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A3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自制电极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 SOP 节点 11-02 的缓冲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9A44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天 → 6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06C6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天 → 2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关联模具 M-2311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不受影响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9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型腔加工后移 2 天，仍在缓冲内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</a:rPr>
              <a:t>两条路线原计划 T1 都是 09-04。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slate">
  <a:themeElements>
    <a:clrScheme name="diva-slate">
      <a:dk1>
        <a:srgbClr val="E6E9EE"/>
      </a:dk1>
      <a:lt1>
        <a:srgbClr val="12151A"/>
      </a:lt1>
      <a:dk2>
        <a:srgbClr val="9AA3B0"/>
      </a:dk2>
      <a:lt2>
        <a:srgbClr val="1A1F27"/>
      </a:lt2>
      <a:accent1>
        <a:srgbClr val="4FA3C7"/>
      </a:accent1>
      <a:accent2>
        <a:srgbClr val="4FB286"/>
      </a:accent2>
      <a:accent3>
        <a:srgbClr val="D9A441"/>
      </a:accent3>
      <a:accent4>
        <a:srgbClr val="E06C6C"/>
      </a:accent4>
      <a:accent5>
        <a:srgbClr val="6B7582"/>
      </a:accent5>
      <a:accent6>
        <a:srgbClr val="2A3039"/>
      </a:accent6>
      <a:hlink>
        <a:srgbClr val="4FA3C7"/>
      </a:hlink>
      <a:folHlink>
        <a:srgbClr val="9AA3B0"/>
      </a:folHlink>
    </a:clrScheme>
    <a:fontScheme name="diva-slat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M-2308 T1 试模受阻</dc:title>
  <dc:subject>PptxGenJS Presentation</dc:subject>
  <dc:creator>diva-report-skill 示例</dc:creator>
  <cp:lastModifiedBy>diva-report-skill 示例</cp:lastModifiedBy>
  <cp:revision>1</cp:revision>
  <dcterms:created xsi:type="dcterms:W3CDTF">2026-10-08T08:32:00Z</dcterms:created>
  <dcterms:modified xsi:type="dcterms:W3CDTF">2026-10-08T08:32:00Z</dcterms:modified>
</cp:coreProperties>
</file>